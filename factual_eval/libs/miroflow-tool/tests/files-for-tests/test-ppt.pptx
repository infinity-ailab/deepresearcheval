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69" r:id="rId4"/>
    <p:sldId id="267" r:id="rId5"/>
    <p:sldId id="28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38"/>
    <p:restoredTop sz="94830"/>
  </p:normalViewPr>
  <p:slideViewPr>
    <p:cSldViewPr snapToGrid="0">
      <p:cViewPr varScale="1">
        <p:scale>
          <a:sx n="121" d="100"/>
          <a:sy n="121" d="100"/>
        </p:scale>
        <p:origin x="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BC11B-ACDF-1B4F-B376-AB599851825A}" type="datetimeFigureOut">
              <a:rPr lang="en-US" smtClean="0"/>
              <a:t>7/2/25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7EDA2-7BC5-1E4C-8AB5-2AAE50606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4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7EDA2-7BC5-1E4C-8AB5-2AAE50606E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90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06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34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0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7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6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4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59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8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1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0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06446-ADE5-5D4A-B5B5-957524B4C4F8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648C7-3DDD-F645-8E65-4710EABE4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9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B72FC-33EC-88F9-B6AD-ACDD01F42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8412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Multi-modal Model</a:t>
            </a:r>
            <a:br>
              <a:rPr lang="en-US" dirty="0"/>
            </a:br>
            <a:r>
              <a:rPr lang="en-US" dirty="0"/>
              <a:t>for </a:t>
            </a:r>
            <a:r>
              <a:rPr lang="en-US" altLang="zh-CN" dirty="0"/>
              <a:t>Computer-use </a:t>
            </a:r>
            <a:endParaRPr 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BF7C4F7-E7DE-A92B-3F83-3DB3CB03CE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10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65F7A-5734-264D-A307-3E76C7B1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8" y="0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Intro</a:t>
            </a:r>
            <a:endParaRPr lang="en-US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6E3672-5BB3-780A-B46C-27BC98A1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957182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KaiTi" panose="02010609060101010101" pitchFamily="49" charset="-122"/>
                <a:ea typeface="KaiTi" panose="02010609060101010101" pitchFamily="49" charset="-122"/>
              </a:rPr>
              <a:t>多模态模型概述：</a:t>
            </a:r>
            <a:endParaRPr lang="en-US" altLang="zh-CN" sz="20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   类比于大语言模型，多模态模型除了可以接收文本、还可以接收图像等其他信息，是一个感知更全面、更强大的</a:t>
            </a:r>
            <a:r>
              <a:rPr lang="en-US" altLang="zh-CN" sz="2000" dirty="0">
                <a:latin typeface="KaiTi" panose="02010609060101010101" pitchFamily="49" charset="-122"/>
                <a:ea typeface="KaiTi" panose="02010609060101010101" pitchFamily="49" charset="-122"/>
              </a:rPr>
              <a:t>AI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模型。</a:t>
            </a: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KaiTi" panose="02010609060101010101" pitchFamily="49" charset="-122"/>
                <a:ea typeface="KaiTi" panose="02010609060101010101" pitchFamily="49" charset="-122"/>
              </a:rPr>
              <a:t>在计算机使用中：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   现代计算机系统越来越需要处理多样化的数据，并提供智能交互。人们希望有“智能体”直接像人一样操作电脑、完成特定任务。这个过程可能是复杂的</a:t>
            </a:r>
            <a:r>
              <a:rPr lang="en-US" altLang="zh-CN" sz="2000" dirty="0">
                <a:latin typeface="KaiTi" panose="02010609060101010101" pitchFamily="49" charset="-122"/>
                <a:ea typeface="KaiTi" panose="02010609060101010101" pitchFamily="49" charset="-122"/>
              </a:rPr>
              <a:t>workflow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设计、也可以是一个端到端的多模态模型。</a:t>
            </a:r>
            <a:endParaRPr lang="zh-CN" altLang="en-US" sz="20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0969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5A7E-89A8-BE72-2036-FD2402E48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2DF29-A407-22C5-D9FF-38CD8E1E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8" y="0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Intro</a:t>
            </a:r>
            <a:endParaRPr lang="en-US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内容占位符 5" descr="图示&#10;&#10;AI 生成的内容可能不正确。">
            <a:extLst>
              <a:ext uri="{FF2B5EF4-FFF2-40B4-BE49-F238E27FC236}">
                <a16:creationId xmlns:a16="http://schemas.microsoft.com/office/drawing/2014/main" id="{14FE8AD4-E3BC-BA82-C4F8-DB1CB7023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8693"/>
            <a:ext cx="10515600" cy="4295893"/>
          </a:xfr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1E90B41-7169-EFBB-970A-136CB252E640}"/>
              </a:ext>
            </a:extLst>
          </p:cNvPr>
          <p:cNvSpPr txBox="1">
            <a:spLocks/>
          </p:cNvSpPr>
          <p:nvPr/>
        </p:nvSpPr>
        <p:spPr>
          <a:xfrm>
            <a:off x="838200" y="1312510"/>
            <a:ext cx="10515600" cy="5753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（范式说明）</a:t>
            </a: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（图自</a:t>
            </a:r>
            <a:r>
              <a:rPr lang="en-US" altLang="zh-CN" sz="2000" dirty="0">
                <a:latin typeface="KaiTi" panose="02010609060101010101" pitchFamily="49" charset="-122"/>
                <a:ea typeface="KaiTi" panose="02010609060101010101" pitchFamily="49" charset="-122"/>
              </a:rPr>
              <a:t>UI-TARS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0475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35C1-8726-41E0-605F-DD54983A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C3589-3AFC-3AE7-A23B-7BFFE676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8" y="0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Intro</a:t>
            </a:r>
            <a:endParaRPr lang="en-US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80691-C4D3-F735-2A1A-18AD0CC77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169"/>
            <a:ext cx="10515600" cy="3727804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   尽管已有许多进展，现有的端到端多模态模型在计算机使用中的能力还是比较有限，现有方法多</a:t>
            </a:r>
            <a:r>
              <a:rPr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依赖离线训练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，</a:t>
            </a:r>
            <a:r>
              <a:rPr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严重依赖人工标注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，</a:t>
            </a:r>
            <a:r>
              <a:rPr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难以适应动态环境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</a:p>
        </p:txBody>
      </p:sp>
      <p:pic>
        <p:nvPicPr>
          <p:cNvPr id="5" name="图片 4" descr="图形用户界面, 图示, 应用程序&#10;&#10;AI 生成的内容可能不正确。">
            <a:extLst>
              <a:ext uri="{FF2B5EF4-FFF2-40B4-BE49-F238E27FC236}">
                <a16:creationId xmlns:a16="http://schemas.microsoft.com/office/drawing/2014/main" id="{2147A426-63DF-6D93-CDD9-81F81D6EE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30418"/>
            <a:ext cx="7772400" cy="332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0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C0E6-89CD-18AA-193A-2F9015C6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B080F09-A349-BD97-7F53-2C73E971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058" y="2219271"/>
            <a:ext cx="10515600" cy="1325563"/>
          </a:xfrm>
        </p:spPr>
        <p:txBody>
          <a:bodyPr/>
          <a:lstStyle/>
          <a:p>
            <a:r>
              <a:rPr lang="en-US" b="1" dirty="0" err="1">
                <a:latin typeface="SimSun" panose="02010600030101010101" pitchFamily="2" charset="-122"/>
                <a:ea typeface="SimSun" panose="02010600030101010101" pitchFamily="2" charset="-122"/>
              </a:rPr>
              <a:t>欢迎讨论与指正</a:t>
            </a:r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A0756151-F539-3C46-C973-D1C1214A7299}"/>
              </a:ext>
            </a:extLst>
          </p:cNvPr>
          <p:cNvSpPr txBox="1">
            <a:spLocks/>
          </p:cNvSpPr>
          <p:nvPr/>
        </p:nvSpPr>
        <p:spPr>
          <a:xfrm>
            <a:off x="1328058" y="365542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2025.6.4</a:t>
            </a:r>
            <a:endParaRPr 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AEA368-C7D1-628C-6A39-83557501E9A9}"/>
              </a:ext>
            </a:extLst>
          </p:cNvPr>
          <p:cNvSpPr txBox="1"/>
          <p:nvPr/>
        </p:nvSpPr>
        <p:spPr>
          <a:xfrm>
            <a:off x="1328058" y="3230796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Multi-modal Model</a:t>
            </a:r>
            <a:r>
              <a:rPr lang="zh-CN" altLang="en-US" dirty="0"/>
              <a:t> </a:t>
            </a:r>
            <a:r>
              <a:rPr lang="en-US" altLang="zh-CN" dirty="0"/>
              <a:t>for Computer-use (</a:t>
            </a:r>
            <a:r>
              <a:rPr lang="en-US" altLang="zh-CN" dirty="0" err="1"/>
              <a:t>ZeroGUI</a:t>
            </a:r>
            <a:r>
              <a:rPr lang="de-DE" altLang="zh-CN" dirty="0"/>
              <a:t>: </a:t>
            </a:r>
            <a:r>
              <a:rPr lang="de-DE" altLang="zh-CN" dirty="0" err="1"/>
              <a:t>Automating</a:t>
            </a:r>
            <a:r>
              <a:rPr lang="de-DE" altLang="zh-CN" dirty="0"/>
              <a:t> Online GUI Learning at Zero Human </a:t>
            </a:r>
            <a:r>
              <a:rPr lang="de-DE" altLang="zh-CN" dirty="0" err="1"/>
              <a:t>Cost</a:t>
            </a:r>
            <a:r>
              <a:rPr lang="de-DE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402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</TotalTime>
  <Words>185</Words>
  <Application>Microsoft Macintosh PowerPoint</Application>
  <PresentationFormat>宽屏</PresentationFormat>
  <Paragraphs>29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等线</vt:lpstr>
      <vt:lpstr>SimHei</vt:lpstr>
      <vt:lpstr>KaiTi</vt:lpstr>
      <vt:lpstr>SimSun</vt:lpstr>
      <vt:lpstr>Arial</vt:lpstr>
      <vt:lpstr>Calibri</vt:lpstr>
      <vt:lpstr>Calibri Light</vt:lpstr>
      <vt:lpstr>Times New Roman</vt:lpstr>
      <vt:lpstr>Office 2013 - 2022 主题</vt:lpstr>
      <vt:lpstr>Multi-modal Model for Computer-use </vt:lpstr>
      <vt:lpstr>Intro</vt:lpstr>
      <vt:lpstr>Intro</vt:lpstr>
      <vt:lpstr>Intro</vt:lpstr>
      <vt:lpstr>欢迎讨论与指正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Shiqian Su</dc:creator>
  <cp:lastModifiedBy>Shiqian Su</cp:lastModifiedBy>
  <cp:revision>45</cp:revision>
  <dcterms:created xsi:type="dcterms:W3CDTF">2025-04-22T12:55:47Z</dcterms:created>
  <dcterms:modified xsi:type="dcterms:W3CDTF">2025-07-02T06:54:11Z</dcterms:modified>
</cp:coreProperties>
</file>